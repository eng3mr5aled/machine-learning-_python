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lkthrough" id="{95b25f73-4e0c-d3f3-e5ef-ba8d0981dbe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BD5E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Will this student pass?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3"/>
                </a:solidFill>
              </a:rPr>
              <a:t>ML notebook walkthrough: why each choice, how well it works at week 8, and how advisors can use 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Preparing the data: two safe choices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missing values filled with the median (GPA 13, sleep 17)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Fill, don't drop: dropping loses up to 6% of students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Median is not pulled by a few extreme values, unlike the mean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Here mean and median are almost equal, so it is a safe default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0.836 → 0.875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65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KNN cross-validated F1, without and with StandardScaler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5146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Rescales each feature: (value − mean) / std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KNN uses distance: attendance (0 to 100) would drown GPA (1 to 4)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Logistic penalty C needs equal scales; trees do not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Min-max breaks on outliers like 21.7 study hours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Both are fitted on training data only, inside the pipeline, so the test set never leaks 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A: a degree-2 curve beats a straight line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Linear, all features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5.46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0.713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Polynomial on study hours (degree 2)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4.91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0.767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Polynomial on all features (degree 2)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5.08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0.752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375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Degree 2 was chosen by 5-fold cross-validation. Higher degrees only lowered training error, which is overfitting. Squaring study hours alone captures the flattening curve: the 20th hour helps less than the 2nd.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035040" y="128016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0.767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 R² of the best model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4.9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typical error (RMSE)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B: logistic regression is the best classifier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91440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 (tuned value)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Fail 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Logistic regression (C=1)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0.850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0.897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6F8B"/>
                          </a:solidFill>
                        </a:rPr>
                        <a:t>0.67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KNN (k=5)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0.800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0.865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Decision tree (depth 3)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0.820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0.885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13B"/>
                          </a:solidFill>
                        </a:rPr>
                        <a:t>0.43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375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Tuned with GridSearchCV, 5-fold stratified, scored by F1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Tree's top split: study_hours_week ≤ 8.45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final_score is never a feature: passed is almost exactly score ≥ 55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035040" y="128016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70%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of students pass, so always guessing "pass" already scores 70% accuracy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That is why we judge by F1 and by recall on the failing students.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Is it good at week 8? Yes, as a screening tool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07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0.91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5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AUC: a failing student gets a higher risk than a passing one 91% of the 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86%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55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accuracy on students the model never saw (5-fold cross-validation)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07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±4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55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points typical score error; 95% of predictions are within 10 points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Risk tiers from the pass/fail model (all 500 students, predictions made out-of-fold)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 risk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9%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actually failed • 309 students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Medium risk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37%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actually failed • 83 students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High risk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85%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actually failed • 108 students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advisors can use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High risk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Meet this week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Build a study plan together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 attendance and assignments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Offer tutoring or workload advice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Medium risk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 in early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Short email or call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Point to tutoring and office hours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Re-run after the next assignment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Low risk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Keep it routine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65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Normal contact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Re-check if grades drop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Advisor capacity sets the alert level.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Flag at P(fail) ≥ 0.5: contacts 25% of students, finds 68% of failures, 81% of alerts are right.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Flag at ≥ 0.3: contacts 38%, finds 82% of failures, 64% of alerts are right.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It also shows why: study hours is the strongest driver, then previous GPA, attendance and part-time job.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Verdict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1E2D4D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B24A"/>
                </a:solidFill>
              </a:rPr>
              <a:t>Give the university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Logistic regression for pass/fail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Degree-2 polynomial for the score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 it as an early-warning screen at week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1E2D4D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B24A"/>
                </a:solidFill>
              </a:rPr>
              <a:t>Limits to admit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7373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Only 500 students; the test set has 100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 flag starts a conversation, not a verdict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Patterns, not causes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Check it on a new semester first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1E2D4D"/>
          </a:solidFill>
          <a:ln w="9525">
            <a:solidFill>
              <a:srgbClr val="CBD5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B24A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3736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Lower the threshold or use class_weight="balanced"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Add week-8 quiz or LMS activity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Repeat cross-validation; try Ridge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Review fairness, e.g. part-time job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Pass">
  <a:themeElements>
    <a:clrScheme name="StudentPass">
      <a:dk1>
        <a:srgbClr val="15213B"/>
      </a:dk1>
      <a:lt1>
        <a:srgbClr val="FFFFFF"/>
      </a:lt1>
      <a:dk2>
        <a:srgbClr val="52607A"/>
      </a:dk2>
      <a:lt2>
        <a:srgbClr val="F2F5F9"/>
      </a:lt2>
      <a:accent1>
        <a:srgbClr val="1F6F8B"/>
      </a:accent1>
      <a:accent2>
        <a:srgbClr val="C77C0E"/>
      </a:accent2>
      <a:accent3>
        <a:srgbClr val="2E8B57"/>
      </a:accent3>
      <a:accent4>
        <a:srgbClr val="B5483A"/>
      </a:accent4>
      <a:accent5>
        <a:srgbClr val="5BB5D3"/>
      </a:accent5>
      <a:accent6>
        <a:srgbClr val="52607A"/>
      </a:accent6>
      <a:hlink>
        <a:srgbClr val="1F6F8B"/>
      </a:hlink>
      <a:folHlink>
        <a:srgbClr val="52607A"/>
      </a:folHlink>
    </a:clrScheme>
    <a:fontScheme name="StudentPa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 this student pass? ML notebook walkthrough</dc:title>
  <dc:subject>PptxGenJS Presentation</dc:subject>
  <dc:creator>PptxGenJS</dc:creator>
  <cp:lastModifiedBy>PptxGenJS</cp:lastModifiedBy>
  <cp:revision>1</cp:revision>
  <dcterms:created xsi:type="dcterms:W3CDTF">2026-10-02T19:31:02Z</dcterms:created>
  <dcterms:modified xsi:type="dcterms:W3CDTF">2026-10-02T19:31:02Z</dcterms:modified>
</cp:coreProperties>
</file>